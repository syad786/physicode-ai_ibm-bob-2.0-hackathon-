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821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498080" y="2514600"/>
            <a:ext cx="3840480" cy="1554480"/>
          </a:xfrm>
          <a:prstGeom prst="ellipse">
            <a:avLst/>
          </a:prstGeom>
          <a:ln w="25400">
            <a:solidFill>
              <a:srgbClr val="B9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0">
            <a:off x="7498080" y="2514600"/>
            <a:ext cx="3840480" cy="1554480"/>
          </a:xfrm>
          <a:prstGeom prst="ellipse">
            <a:avLst/>
          </a:prstGeom>
          <a:ln w="25400">
            <a:solidFill>
              <a:srgbClr val="6E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8400000">
            <a:off x="7498080" y="2514600"/>
            <a:ext cx="3840480" cy="1554480"/>
          </a:xfrm>
          <a:prstGeom prst="ellipse">
            <a:avLst/>
          </a:prstGeom>
          <a:ln w="25400">
            <a:solidFill>
              <a:srgbClr val="B98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08592" y="318211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241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220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PhysiCode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04088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research code — don't just run it.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4846320"/>
            <a:ext cx="1143000" cy="1143000"/>
          </a:xfrm>
          <a:prstGeom prst="ellipse">
            <a:avLst/>
          </a:prstGeom>
          <a:ln w="25400">
            <a:solidFill>
              <a:srgbClr val="B98CFF"/>
            </a:solidFill>
            <a:prstDash val="solid"/>
          </a:ln>
        </p:spPr>
      </p:sp>
      <p:pic>
        <p:nvPicPr>
          <p:cNvPr id="11" name="Image 0" descr="/home/claude/deck/phot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92040"/>
            <a:ext cx="1051560" cy="1051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6596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Syad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 Raza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965960" y="5532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Physics Student  ·  Solo Builder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408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Bob 2.0   ·   IBM Bob 2.0 Hackathon 2026</a:t>
            </a:r>
            <a:endParaRPr lang="en-US" sz="13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D8B18E0-D6E4-FFA7-7F0A-DF9E03B3363A}"/>
              </a:ext>
            </a:extLst>
          </p:cNvPr>
          <p:cNvSpPr/>
          <p:nvPr/>
        </p:nvSpPr>
        <p:spPr>
          <a:xfrm>
            <a:off x="254186" y="80953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end-to-end by one person</a:t>
            </a:r>
            <a:endParaRPr lang="en-US" sz="3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5EE5C5B-2D9E-1716-97F6-55930636F8A3}"/>
              </a:ext>
            </a:extLst>
          </p:cNvPr>
          <p:cNvSpPr/>
          <p:nvPr/>
        </p:nvSpPr>
        <p:spPr>
          <a:xfrm>
            <a:off x="5122319" y="5162587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the domain expertise this project is built on: a physics researcher who codes for science, not software — and is building the tool he wishes he had.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6E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B9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320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Scientists write code without learning to code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and STEM students write simulations, solvers, and analysis scripts constantly — but most never had formal CS training. They learn by trial, error, and copy-pasted snippets, without understanding what the code truly does.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0" y="182880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18120" y="1801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bugs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1812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run, but quietly produce wrong physical results.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301752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2990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hours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33101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without knowing where to even start looking.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420624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18120" y="4178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18120" y="4498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Linters &amp; generic AI chatbots explain syntax, not the science behind 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PhysiCode AI  ·  IBM Bob 2.0 Hackathon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6E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B9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320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PhysiCode AI, powered by IBM Bob 2.0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research code — a numerical solver, a Monte Carlo simulation, a data-fitting script — and get back an explanation grounded in the physics, not just the syntax.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F1440"/>
          </a:solidFill>
          <a:ln w="12700">
            <a:solidFill>
              <a:srgbClr val="352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5468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6E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Section-by-section walkthrough tied to the underlying math &amp; physics.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8346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F1440"/>
          </a:solidFill>
          <a:ln w="12700">
            <a:solidFill>
              <a:srgbClr val="352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315468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6E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unit mismatches, numerical instability, off-by-one logic errors.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8346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F1440"/>
          </a:solidFill>
          <a:ln w="12700">
            <a:solidFill>
              <a:srgbClr val="352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315468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6E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9536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0" y="4023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cleaner, more numerically sound code — tailored, not generic.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PhysiCode AI  ·  IBM Bob 2.0 Hackathon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6E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B9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320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pasted code to clear understanding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script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simulation, solver, or analysis script — no setup, no account.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A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640080" cy="640080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2.0 reasons over 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337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analysis connects code logic to the physical model it represents.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A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structured breakdown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3337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Explanation, issues found, and concrete suggestions — in plain language.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PhysiCode AI  ·  IBM Bob 2.0 Hackathon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6E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B9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320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IBM Bob 2.0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is the core reasoning engine — used both to power the product and to build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450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engine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7706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guide Bob 2.0 to explain, flag issues, and suggest fixes — tied to the physics, not just syntax.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1F1440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59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partner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2793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scaffold the backend, debug the API layer, and refactor early code during the 48-hour build.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246888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1F1440"/>
          </a:solidFill>
          <a:ln w="12700">
            <a:solidFill>
              <a:srgbClr val="352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15468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— core AI engine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backend logic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 — API layer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— simple frontend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public repo &amp; submission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PhysiCode AI  ·  IBM Bob 2.0 Hackathon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6E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B9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320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scientists, not software engineers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Physics, engineering, and STEM students who write code as a means to an end — not as their primary skill. A large, underserved audience: most coding tools are built for professional developers.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background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480560" y="3886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box, 1 output — minimal friction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48hr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21040" y="3886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solo, end-to-end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PhysiCode AI  ·  IBM Bob 2.0 Hackathon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6E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0">
            <a:off x="10561320" y="164592"/>
            <a:ext cx="1005840" cy="402336"/>
          </a:xfrm>
          <a:prstGeom prst="ellipse">
            <a:avLst/>
          </a:prstGeom>
          <a:ln w="15875">
            <a:solidFill>
              <a:srgbClr val="B9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320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6914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end-to-end by one person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49808" y="1847088"/>
            <a:ext cx="2889504" cy="2889504"/>
          </a:xfrm>
          <a:prstGeom prst="ellipse">
            <a:avLst/>
          </a:prstGeom>
          <a:ln w="25400">
            <a:solidFill>
              <a:srgbClr val="B98CFF"/>
            </a:solidFill>
            <a:prstDash val="solid"/>
          </a:ln>
        </p:spPr>
      </p:sp>
      <p:pic>
        <p:nvPicPr>
          <p:cNvPr id="8" name="Image 0" descr="/home/claude/deck/phot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27432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2336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Syed Ali Raza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02336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Physics Student  ·  Solo Builder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23360" y="32918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the domain expertise this project is built on: a physics researcher who codes for science, not software — and is building the tool he wishes he had.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PhysiCode AI  ·  IBM Bob 2.0 Hackathon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955280" y="2697480"/>
            <a:ext cx="2926080" cy="1188720"/>
          </a:xfrm>
          <a:prstGeom prst="ellipse">
            <a:avLst/>
          </a:prstGeom>
          <a:ln w="19050">
            <a:solidFill>
              <a:srgbClr val="B9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0">
            <a:off x="7955280" y="2697480"/>
            <a:ext cx="2926080" cy="1188720"/>
          </a:xfrm>
          <a:prstGeom prst="ellipse">
            <a:avLst/>
          </a:prstGeom>
          <a:ln w="19050">
            <a:solidFill>
              <a:srgbClr val="6E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8400000">
            <a:off x="7955280" y="2697480"/>
            <a:ext cx="2926080" cy="1188720"/>
          </a:xfrm>
          <a:prstGeom prst="ellipse">
            <a:avLst/>
          </a:prstGeom>
          <a:ln w="19050">
            <a:solidFill>
              <a:srgbClr val="B9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beyond the hackathon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common scientific libraries directly (NumPy, SciPy, Matplotlib-aware explanations)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mode — instructors assign scripts, students get guided explanations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6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Jupyter notebooks for inline explanations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PhysiCode AI  ·  IBM Bob 2.0 Hackathon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640</Words>
  <Application>Microsoft Office PowerPoint</Application>
  <PresentationFormat>Widescreen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ar725506@gmail.com</cp:lastModifiedBy>
  <cp:revision>4</cp:revision>
  <dcterms:created xsi:type="dcterms:W3CDTF">2026-09-26T16:39:39Z</dcterms:created>
  <dcterms:modified xsi:type="dcterms:W3CDTF">2026-09-26T19:11:37Z</dcterms:modified>
</cp:coreProperties>
</file>